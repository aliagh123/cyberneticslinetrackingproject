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3"/>
  </p:sldMasterIdLst>
  <p:notesMasterIdLst>
    <p:notesMasterId r:id="rId13"/>
  </p:notesMasterIdLst>
  <p:handoutMasterIdLst>
    <p:handoutMasterId r:id="rId14"/>
  </p:handoutMasterIdLst>
  <p:sldIdLst>
    <p:sldId id="342" r:id="rId4"/>
    <p:sldId id="373" r:id="rId5"/>
    <p:sldId id="382" r:id="rId6"/>
    <p:sldId id="386" r:id="rId7"/>
    <p:sldId id="365" r:id="rId8"/>
    <p:sldId id="385" r:id="rId9"/>
    <p:sldId id="383" r:id="rId10"/>
    <p:sldId id="376" r:id="rId11"/>
    <p:sldId id="372" r:id="rId12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ova" panose="020B05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ova" panose="020B05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ova" panose="020B05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ova" panose="020B05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ova" panose="020B05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 Nova" panose="020B05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 Nova" panose="020B05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 Nova" panose="020B05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 Nova" panose="020B05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D998B2D-E37D-B09E-1ABB-D22A7ACE3F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A8BBFD-833B-72E9-96EB-3BE22C69F90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01D3BEEC-AA03-464A-9AA5-012B5FD0CEA3}" type="datetimeFigureOut">
              <a:rPr lang="en-US"/>
              <a:pPr>
                <a:defRPr/>
              </a:pPr>
              <a:t>10/31/2025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1CAB73-CCE0-AFE9-532A-7D85A45AA6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2BF9AF-9034-3C5B-FC62-100291B272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9C310275-CD7F-4DE3-8293-854CD7E1302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858F8A1-2E71-8A79-9909-4EDF8B1BFC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E5E3D6-AAC3-4589-92F4-1755663EEB9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D2B3B877-97A0-4B33-9050-435CFA40FE88}" type="datetimeFigureOut">
              <a:rPr lang="en-US"/>
              <a:pPr>
                <a:defRPr/>
              </a:pPr>
              <a:t>10/31/2025</a:t>
            </a:fld>
            <a:endParaRPr 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724CA0E-27DA-D208-4F52-015116344C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6D3DD2B-9C13-3F95-A3D1-25580BA365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3287EE-E96F-5C67-DD46-A4E3D0A9BBF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FBFA0-1D70-C46A-8476-66B9665ED2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699C8004-4276-40C6-B96C-676225F81BF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68E2451E-5D00-AEDE-89BD-C99FA4006E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D70DED62-4147-CFB3-C825-822E50D665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H" altLang="en-CH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76E9BAC9-9DA8-2A8D-FA83-3EC6330A01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6A3FA44-66CB-469B-8420-F11D4F032AF2}" type="slidenum">
              <a:rPr lang="en-US" altLang="en-CH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en-CH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F73C39C7-B59F-AAA4-237D-DF2CF474CD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B763F23F-3974-7CE6-87D2-11D5DDF26F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H" altLang="en-CH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C9428463-C1A5-E69E-79E9-D5BF243DEF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04DFE71-6CC5-4ADB-8038-E2AD72C6CB4A}" type="slidenum">
              <a:rPr lang="en-US" altLang="en-CH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CH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>
            <a:extLst>
              <a:ext uri="{FF2B5EF4-FFF2-40B4-BE49-F238E27FC236}">
                <a16:creationId xmlns:a16="http://schemas.microsoft.com/office/drawing/2014/main" id="{1C73B60A-AC9D-4BB2-CDC7-56ABC86AD5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>
            <a:extLst>
              <a:ext uri="{FF2B5EF4-FFF2-40B4-BE49-F238E27FC236}">
                <a16:creationId xmlns:a16="http://schemas.microsoft.com/office/drawing/2014/main" id="{6438497F-EFB4-31D7-C926-3301BED9D4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H" altLang="en-CH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E3EC1853-91A4-AFFB-845D-8CDD3F31FA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6D0202A-C945-418A-AEA0-7883829F2085}" type="slidenum">
              <a:rPr lang="en-US" altLang="en-CH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en-CH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83110AF2-45F8-70D0-F081-5EA2DCD922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DF74C005-3393-805C-45C6-BE0298BBA2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H" altLang="en-CH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64DB29B8-59D1-A000-8276-361A4DDEDF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9E00DD5-0C1E-4B00-91FC-3B097D0C84F7}" type="slidenum">
              <a:rPr lang="en-US" altLang="en-CH">
                <a:solidFill>
                  <a:srgbClr val="000000"/>
                </a:solidFill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en-CH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73AEBADC-8122-6028-BED9-35752F7452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DEBF2ECF-2B91-E5E6-8B06-64393A9FF1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H" altLang="en-CH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3AAAA3C5-1E0D-B5FC-0651-C71486D8A3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1816A90-FE6E-4347-B3EE-87C932904597}" type="slidenum">
              <a:rPr lang="en-US" altLang="en-CH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en-CH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B47CF421-DDF5-C0E0-7360-E1B822B23A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5B24B0FC-EB22-1FA8-D90F-4B686DA0E2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H" altLang="en-CH"/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AB5549AC-1B6B-BCC5-E092-59AA81F9F3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ova" panose="020B05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2248EA8-773A-4B99-9D03-380F673E6238}" type="slidenum">
              <a:rPr lang="en-US" altLang="en-CH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en-CH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 rotWithShape="0">
          <a:gsLst>
            <a:gs pos="0">
              <a:srgbClr val="316CFC"/>
            </a:gs>
            <a:gs pos="8000">
              <a:srgbClr val="0343DF"/>
            </a:gs>
            <a:gs pos="27000">
              <a:srgbClr val="000000"/>
            </a:gs>
            <a:gs pos="81000">
              <a:srgbClr val="4A027F"/>
            </a:gs>
            <a:gs pos="92999">
              <a:srgbClr val="FC4EFB"/>
            </a:gs>
            <a:gs pos="99001">
              <a:srgbClr val="FEB8FD"/>
            </a:gs>
            <a:gs pos="100000">
              <a:srgbClr val="FEB8FD"/>
            </a:gs>
          </a:gsLst>
          <a:lin ang="126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A86BF6CB-6411-A091-26C5-72CBE337F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/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123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 rotWithShape="0">
          <a:gsLst>
            <a:gs pos="0">
              <a:srgbClr val="316CFC"/>
            </a:gs>
            <a:gs pos="8000">
              <a:srgbClr val="0343DF"/>
            </a:gs>
            <a:gs pos="27000">
              <a:srgbClr val="000000"/>
            </a:gs>
            <a:gs pos="81000">
              <a:srgbClr val="4A027F"/>
            </a:gs>
            <a:gs pos="92999">
              <a:srgbClr val="FC4EFB"/>
            </a:gs>
            <a:gs pos="99001">
              <a:srgbClr val="FEB8FD"/>
            </a:gs>
            <a:gs pos="100000">
              <a:srgbClr val="FEB8FD"/>
            </a:gs>
          </a:gsLst>
          <a:lin ang="126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972F12D1-8BAE-711E-F5C4-D43F822A3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" y="1821180"/>
            <a:ext cx="12191994" cy="3215641"/>
          </a:xfrm>
        </p:spPr>
        <p:txBody>
          <a:bodyPr lIns="0" rIns="0" bIns="0" anchorCtr="0"/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049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 rotWithShape="0">
          <a:gsLst>
            <a:gs pos="0">
              <a:srgbClr val="316CFC"/>
            </a:gs>
            <a:gs pos="14000">
              <a:srgbClr val="0343DF"/>
            </a:gs>
            <a:gs pos="31000">
              <a:srgbClr val="02090E"/>
            </a:gs>
            <a:gs pos="81000">
              <a:srgbClr val="9405FC"/>
            </a:gs>
            <a:gs pos="100000">
              <a:srgbClr val="FC4EFB"/>
            </a:gs>
          </a:gsLst>
          <a:lin ang="78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>
            <a:extLst>
              <a:ext uri="{FF2B5EF4-FFF2-40B4-BE49-F238E27FC236}">
                <a16:creationId xmlns:a16="http://schemas.microsoft.com/office/drawing/2014/main" id="{26B78BFF-FE2B-FFE2-73B3-B7325B030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-6350"/>
            <a:ext cx="12185650" cy="6864350"/>
            <a:chOff x="0" y="-6350"/>
            <a:chExt cx="12185769" cy="6864350"/>
          </a:xfrm>
        </p:grpSpPr>
        <p:sp>
          <p:nvSpPr>
            <p:cNvPr id="4" name="Rectangle 3" descr="&quot;&quot;">
              <a:extLst>
                <a:ext uri="{FF2B5EF4-FFF2-40B4-BE49-F238E27FC236}">
                  <a16:creationId xmlns:a16="http://schemas.microsoft.com/office/drawing/2014/main" id="{51F06A9F-1ABC-23E1-BD8A-127E93DB3AAC}"/>
                </a:ext>
              </a:extLst>
            </p:cNvPr>
            <p:cNvSpPr/>
            <p:nvPr/>
          </p:nvSpPr>
          <p:spPr>
            <a:xfrm>
              <a:off x="0" y="-6350"/>
              <a:ext cx="6161148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pic>
          <p:nvPicPr>
            <p:cNvPr id="5" name="Content Placeholder 14">
              <a:extLst>
                <a:ext uri="{FF2B5EF4-FFF2-40B4-BE49-F238E27FC236}">
                  <a16:creationId xmlns:a16="http://schemas.microsoft.com/office/drawing/2014/main" id="{C81B05DF-230E-B454-9C44-D47FB6E4E7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5750267" y="410125"/>
              <a:ext cx="6845628" cy="60253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6" name="Group 9">
              <a:extLst>
                <a:ext uri="{FF2B5EF4-FFF2-40B4-BE49-F238E27FC236}">
                  <a16:creationId xmlns:a16="http://schemas.microsoft.com/office/drawing/2014/main" id="{96D5AC7B-FD1A-51A5-870E-2643053AF41D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7" name="Oval 6" descr="&quot;&quot;">
                <a:extLst>
                  <a:ext uri="{FF2B5EF4-FFF2-40B4-BE49-F238E27FC236}">
                    <a16:creationId xmlns:a16="http://schemas.microsoft.com/office/drawing/2014/main" id="{779E6F77-FCA3-86BF-BBDA-F9B7046BD60D}"/>
                  </a:ext>
                </a:extLst>
              </p:cNvPr>
              <p:cNvSpPr/>
              <p:nvPr/>
            </p:nvSpPr>
            <p:spPr>
              <a:xfrm>
                <a:off x="1877391" y="843219"/>
                <a:ext cx="144464" cy="144462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8" name="Graphic 12" descr="&quot;&quot;">
                <a:extLst>
                  <a:ext uri="{FF2B5EF4-FFF2-40B4-BE49-F238E27FC236}">
                    <a16:creationId xmlns:a16="http://schemas.microsoft.com/office/drawing/2014/main" id="{0F7DC433-CEA6-CA6C-2037-95FF65A9DD59}"/>
                  </a:ext>
                </a:extLst>
              </p:cNvPr>
              <p:cNvSpPr/>
              <p:nvPr/>
            </p:nvSpPr>
            <p:spPr>
              <a:xfrm>
                <a:off x="2361584" y="597156"/>
                <a:ext cx="100013" cy="100013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</p:grpSp>
      <p:cxnSp>
        <p:nvCxnSpPr>
          <p:cNvPr id="9" name="Straight Connector 8" descr="&quot;&quot;">
            <a:extLst>
              <a:ext uri="{FF2B5EF4-FFF2-40B4-BE49-F238E27FC236}">
                <a16:creationId xmlns:a16="http://schemas.microsoft.com/office/drawing/2014/main" id="{EC86272A-AC67-C348-7510-DFBC74D8BED6}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1756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0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166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 rotWithShape="0">
          <a:gsLst>
            <a:gs pos="0">
              <a:srgbClr val="316CFC"/>
            </a:gs>
            <a:gs pos="14000">
              <a:srgbClr val="0343DF"/>
            </a:gs>
            <a:gs pos="31000">
              <a:srgbClr val="02090E"/>
            </a:gs>
            <a:gs pos="81000">
              <a:srgbClr val="9405FC"/>
            </a:gs>
            <a:gs pos="100000">
              <a:srgbClr val="FC4EFB"/>
            </a:gs>
          </a:gsLst>
          <a:lin ang="126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&quot;&quot;">
            <a:extLst>
              <a:ext uri="{FF2B5EF4-FFF2-40B4-BE49-F238E27FC236}">
                <a16:creationId xmlns:a16="http://schemas.microsoft.com/office/drawing/2014/main" id="{603ACA69-3045-32F4-34AD-AA378E2C6EFB}"/>
              </a:ext>
            </a:extLst>
          </p:cNvPr>
          <p:cNvSpPr/>
          <p:nvPr userDrawn="1"/>
        </p:nvSpPr>
        <p:spPr>
          <a:xfrm>
            <a:off x="322263" y="344488"/>
            <a:ext cx="11550650" cy="62103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869" y="579120"/>
            <a:ext cx="11548261" cy="2733306"/>
          </a:xfrm>
        </p:spPr>
        <p:txBody>
          <a:bodyPr anchor="b"/>
          <a:lstStyle>
            <a:lvl1pPr algn="ctr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BA5764B-DC6E-C264-3F57-CAB43311FA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36550" y="6237288"/>
            <a:ext cx="4114800" cy="365125"/>
          </a:xfrm>
        </p:spPr>
        <p:txBody>
          <a:bodyPr/>
          <a:lstStyle>
            <a:lvl1pPr algn="l">
              <a:defRPr sz="1200" spc="0" dirty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FDC8E3B-AF49-62AB-27A9-10AA74163B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40825" y="6226175"/>
            <a:ext cx="2743200" cy="365125"/>
          </a:xfrm>
        </p:spPr>
        <p:txBody>
          <a:bodyPr/>
          <a:lstStyle>
            <a:lvl1pPr>
              <a:defRPr sz="120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C42E747-0EE0-472E-AEB9-91218C23455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075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 rotWithShape="0">
          <a:gsLst>
            <a:gs pos="0">
              <a:srgbClr val="316CFC"/>
            </a:gs>
            <a:gs pos="14000">
              <a:srgbClr val="0343DF"/>
            </a:gs>
            <a:gs pos="31000">
              <a:srgbClr val="02090E"/>
            </a:gs>
            <a:gs pos="78999">
              <a:srgbClr val="9405FC"/>
            </a:gs>
            <a:gs pos="100000">
              <a:srgbClr val="FC4EFB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840B997-9979-11A3-6B4D-C9443208D77C}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Rectangle 3" descr="&quot;&quot;">
            <a:extLst>
              <a:ext uri="{FF2B5EF4-FFF2-40B4-BE49-F238E27FC236}">
                <a16:creationId xmlns:a16="http://schemas.microsoft.com/office/drawing/2014/main" id="{DBCC1E14-BF2F-38BE-EBFD-DE2ABE5E350A}"/>
              </a:ext>
            </a:extLst>
          </p:cNvPr>
          <p:cNvSpPr/>
          <p:nvPr userDrawn="1"/>
        </p:nvSpPr>
        <p:spPr>
          <a:xfrm>
            <a:off x="0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891" y="511762"/>
            <a:ext cx="4960830" cy="2785158"/>
          </a:xfrm>
        </p:spPr>
        <p:txBody>
          <a:bodyPr anchor="b"/>
          <a:lstStyle>
            <a:lvl1pPr algn="l">
              <a:defRPr sz="24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 rtlCol="0">
            <a:noAutofit/>
          </a:bodyPr>
          <a:lstStyle>
            <a:lvl1pPr algn="ctr">
              <a:defRPr sz="20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2EE10-94C5-5122-9ACC-FFA8CC69539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336550" y="6237288"/>
            <a:ext cx="4114800" cy="365125"/>
          </a:xfrm>
        </p:spPr>
        <p:txBody>
          <a:bodyPr/>
          <a:lstStyle>
            <a:lvl1pPr algn="l">
              <a:defRPr sz="1200" spc="0" dirty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7366D-CF63-B791-90FB-CC120269EA7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140825" y="6226175"/>
            <a:ext cx="2743200" cy="365125"/>
          </a:xfrm>
        </p:spPr>
        <p:txBody>
          <a:bodyPr/>
          <a:lstStyle>
            <a:lvl1pPr>
              <a:defRPr sz="120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75A88D22-84BB-4B02-A197-93AC9066374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415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 rotWithShape="0">
          <a:gsLst>
            <a:gs pos="0">
              <a:srgbClr val="316CFC"/>
            </a:gs>
            <a:gs pos="14000">
              <a:srgbClr val="0343DF"/>
            </a:gs>
            <a:gs pos="55000">
              <a:srgbClr val="02090E"/>
            </a:gs>
            <a:gs pos="78999">
              <a:srgbClr val="9405FC"/>
            </a:gs>
            <a:gs pos="100000">
              <a:srgbClr val="FC4EFB"/>
            </a:gs>
          </a:gsLst>
          <a:lin ang="78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14">
            <a:extLst>
              <a:ext uri="{FF2B5EF4-FFF2-40B4-BE49-F238E27FC236}">
                <a16:creationId xmlns:a16="http://schemas.microsoft.com/office/drawing/2014/main" id="{567CF11E-00BD-1EB9-0F1B-08FA61703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350"/>
            <a:ext cx="2355850" cy="685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 descr="&quot;&quot;">
            <a:extLst>
              <a:ext uri="{FF2B5EF4-FFF2-40B4-BE49-F238E27FC236}">
                <a16:creationId xmlns:a16="http://schemas.microsoft.com/office/drawing/2014/main" id="{B37E5FBA-467D-5042-71E1-527F1AE66A58}"/>
              </a:ext>
            </a:extLst>
          </p:cNvPr>
          <p:cNvSpPr/>
          <p:nvPr userDrawn="1"/>
        </p:nvSpPr>
        <p:spPr>
          <a:xfrm>
            <a:off x="2355850" y="-6350"/>
            <a:ext cx="983297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5" name="Straight Connector 4" descr="&quot;&quot;">
            <a:extLst>
              <a:ext uri="{FF2B5EF4-FFF2-40B4-BE49-F238E27FC236}">
                <a16:creationId xmlns:a16="http://schemas.microsoft.com/office/drawing/2014/main" id="{E46371EB-B8DF-2C75-6739-EEDF372D0675}"/>
              </a:ext>
            </a:extLst>
          </p:cNvPr>
          <p:cNvCxnSpPr>
            <a:cxnSpLocks/>
          </p:cNvCxnSpPr>
          <p:nvPr userDrawn="1"/>
        </p:nvCxnSpPr>
        <p:spPr>
          <a:xfrm>
            <a:off x="3305669" y="1999456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 lIns="0" anchor="b"/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93F6AC4-4619-992C-4F54-F1A981B750D6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>
          <a:xfrm>
            <a:off x="336550" y="6237288"/>
            <a:ext cx="4114800" cy="365125"/>
          </a:xfrm>
        </p:spPr>
        <p:txBody>
          <a:bodyPr/>
          <a:lstStyle>
            <a:lvl1pPr algn="l">
              <a:defRPr sz="1200" spc="0" dirty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59A3BB3-E3BA-655A-0454-A0CF9E1B315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9140825" y="6226175"/>
            <a:ext cx="2743200" cy="365125"/>
          </a:xfrm>
        </p:spPr>
        <p:txBody>
          <a:bodyPr/>
          <a:lstStyle>
            <a:lvl1pPr>
              <a:defRPr sz="120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3E0DC4A4-1A01-4408-86DB-9A3121383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27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 rotWithShape="0">
          <a:gsLst>
            <a:gs pos="0">
              <a:srgbClr val="316CFC"/>
            </a:gs>
            <a:gs pos="14000">
              <a:srgbClr val="0343DF"/>
            </a:gs>
            <a:gs pos="31000">
              <a:srgbClr val="02090E"/>
            </a:gs>
            <a:gs pos="81000">
              <a:srgbClr val="9405FC"/>
            </a:gs>
            <a:gs pos="100000">
              <a:srgbClr val="FC4EFB"/>
            </a:gs>
          </a:gsLst>
          <a:lin ang="78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>
            <a:extLst>
              <a:ext uri="{FF2B5EF4-FFF2-40B4-BE49-F238E27FC236}">
                <a16:creationId xmlns:a16="http://schemas.microsoft.com/office/drawing/2014/main" id="{2039A7DA-E118-7699-96D2-7387C1A483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0"/>
            <a:ext cx="12192000" cy="6858000"/>
            <a:chOff x="3" y="2"/>
            <a:chExt cx="12191997" cy="685799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83E8815-C01C-70C4-5B4D-92147A64C21E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pic>
          <p:nvPicPr>
            <p:cNvPr id="6" name="Picture 8">
              <a:extLst>
                <a:ext uri="{FF2B5EF4-FFF2-40B4-BE49-F238E27FC236}">
                  <a16:creationId xmlns:a16="http://schemas.microsoft.com/office/drawing/2014/main" id="{47D7DB79-1610-C572-1F51-4890A1199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" y="2"/>
              <a:ext cx="12191994" cy="68579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7" name="Group 9">
              <a:extLst>
                <a:ext uri="{FF2B5EF4-FFF2-40B4-BE49-F238E27FC236}">
                  <a16:creationId xmlns:a16="http://schemas.microsoft.com/office/drawing/2014/main" id="{23224CA0-88FA-16D2-8B29-C7467C0346FF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1" name="Graphic 15" descr="&quot;&quot;">
                <a:extLst>
                  <a:ext uri="{FF2B5EF4-FFF2-40B4-BE49-F238E27FC236}">
                    <a16:creationId xmlns:a16="http://schemas.microsoft.com/office/drawing/2014/main" id="{866D72B5-724D-25E6-855C-015BD5852F94}"/>
                  </a:ext>
                </a:extLst>
              </p:cNvPr>
              <p:cNvSpPr/>
              <p:nvPr/>
            </p:nvSpPr>
            <p:spPr>
              <a:xfrm rot="10800000">
                <a:off x="1870775" y="1155062"/>
                <a:ext cx="128588" cy="128588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" name="Graphic 12" descr="&quot;&quot;">
                <a:extLst>
                  <a:ext uri="{FF2B5EF4-FFF2-40B4-BE49-F238E27FC236}">
                    <a16:creationId xmlns:a16="http://schemas.microsoft.com/office/drawing/2014/main" id="{42175015-DC3D-D2AA-9599-CFF1FCBD44B1}"/>
                  </a:ext>
                </a:extLst>
              </p:cNvPr>
              <p:cNvSpPr/>
              <p:nvPr/>
            </p:nvSpPr>
            <p:spPr>
              <a:xfrm>
                <a:off x="2256539" y="869312"/>
                <a:ext cx="46037" cy="38100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5D27A67C-F875-6EC2-0322-551EC4D59FDF}"/>
                </a:ext>
              </a:extLst>
            </p:cNvPr>
            <p:cNvGrpSpPr>
              <a:grpSpLocks/>
            </p:cNvGrpSpPr>
            <p:nvPr/>
          </p:nvGrpSpPr>
          <p:grpSpPr bwMode="auto">
            <a:xfrm rot="-973298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 descr="&quot;&quot;">
                <a:extLst>
                  <a:ext uri="{FF2B5EF4-FFF2-40B4-BE49-F238E27FC236}">
                    <a16:creationId xmlns:a16="http://schemas.microsoft.com/office/drawing/2014/main" id="{BF445941-A68B-EC9C-556E-3FFBBB9FB175}"/>
                  </a:ext>
                </a:extLst>
              </p:cNvPr>
              <p:cNvSpPr/>
              <p:nvPr/>
            </p:nvSpPr>
            <p:spPr>
              <a:xfrm rot="10800000">
                <a:off x="1870584" y="1152931"/>
                <a:ext cx="127000" cy="128588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" name="Graphic 12" descr="&quot;&quot;">
                <a:extLst>
                  <a:ext uri="{FF2B5EF4-FFF2-40B4-BE49-F238E27FC236}">
                    <a16:creationId xmlns:a16="http://schemas.microsoft.com/office/drawing/2014/main" id="{A1E9B177-C212-51CF-DC7E-F0FC7EB2C0F5}"/>
                  </a:ext>
                </a:extLst>
              </p:cNvPr>
              <p:cNvSpPr/>
              <p:nvPr/>
            </p:nvSpPr>
            <p:spPr>
              <a:xfrm>
                <a:off x="2255997" y="867837"/>
                <a:ext cx="46038" cy="38100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159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 rotWithShape="0">
          <a:gsLst>
            <a:gs pos="0">
              <a:srgbClr val="316CFC"/>
            </a:gs>
            <a:gs pos="14000">
              <a:srgbClr val="0343DF"/>
            </a:gs>
            <a:gs pos="31000">
              <a:srgbClr val="02090E"/>
            </a:gs>
            <a:gs pos="81000">
              <a:srgbClr val="9405FC"/>
            </a:gs>
            <a:gs pos="100000">
              <a:srgbClr val="FC4EFB"/>
            </a:gs>
          </a:gsLst>
          <a:lin ang="78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>
            <a:extLst>
              <a:ext uri="{FF2B5EF4-FFF2-40B4-BE49-F238E27FC236}">
                <a16:creationId xmlns:a16="http://schemas.microsoft.com/office/drawing/2014/main" id="{334E92C3-6C32-EE79-BCE9-2A75F4005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-6350"/>
            <a:ext cx="12192000" cy="6864350"/>
            <a:chOff x="-1" y="-6350"/>
            <a:chExt cx="12192000" cy="6864350"/>
          </a:xfrm>
        </p:grpSpPr>
        <p:sp>
          <p:nvSpPr>
            <p:cNvPr id="4" name="Rectangle 3" descr="&quot;&quot;">
              <a:extLst>
                <a:ext uri="{FF2B5EF4-FFF2-40B4-BE49-F238E27FC236}">
                  <a16:creationId xmlns:a16="http://schemas.microsoft.com/office/drawing/2014/main" id="{CD95224F-6755-FC3C-0AF9-2B75FCBDA173}"/>
                </a:ext>
              </a:extLst>
            </p:cNvPr>
            <p:cNvSpPr/>
            <p:nvPr/>
          </p:nvSpPr>
          <p:spPr>
            <a:xfrm>
              <a:off x="1428749" y="-6350"/>
              <a:ext cx="10763250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pic>
          <p:nvPicPr>
            <p:cNvPr id="6" name="Picture 8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B58103ED-4ACD-3C89-318F-6763020419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93"/>
            <a:stretch>
              <a:fillRect/>
            </a:stretch>
          </p:blipFill>
          <p:spPr bwMode="auto">
            <a:xfrm flipH="1">
              <a:off x="-1" y="0"/>
              <a:ext cx="1428751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7" name="Group 9">
              <a:extLst>
                <a:ext uri="{FF2B5EF4-FFF2-40B4-BE49-F238E27FC236}">
                  <a16:creationId xmlns:a16="http://schemas.microsoft.com/office/drawing/2014/main" id="{2BECEC21-A339-D30A-EB87-25AC980A15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 descr="&quot;&quot;">
                <a:extLst>
                  <a:ext uri="{FF2B5EF4-FFF2-40B4-BE49-F238E27FC236}">
                    <a16:creationId xmlns:a16="http://schemas.microsoft.com/office/drawing/2014/main" id="{3B93279F-7C85-A722-7012-BFF39C46C19B}"/>
                  </a:ext>
                </a:extLst>
              </p:cNvPr>
              <p:cNvSpPr/>
              <p:nvPr/>
            </p:nvSpPr>
            <p:spPr>
              <a:xfrm>
                <a:off x="1098699" y="2693648"/>
                <a:ext cx="128587" cy="128587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" name="Graphic 12" descr="&quot;&quot;">
                <a:extLst>
                  <a:ext uri="{FF2B5EF4-FFF2-40B4-BE49-F238E27FC236}">
                    <a16:creationId xmlns:a16="http://schemas.microsoft.com/office/drawing/2014/main" id="{567F4DEA-E7FF-1F8A-9E30-62784614F8AF}"/>
                  </a:ext>
                </a:extLst>
              </p:cNvPr>
              <p:cNvSpPr/>
              <p:nvPr/>
            </p:nvSpPr>
            <p:spPr>
              <a:xfrm>
                <a:off x="1308249" y="3836648"/>
                <a:ext cx="100012" cy="101600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3" name="Graphic 12" descr="&quot;&quot;">
                <a:extLst>
                  <a:ext uri="{FF2B5EF4-FFF2-40B4-BE49-F238E27FC236}">
                    <a16:creationId xmlns:a16="http://schemas.microsoft.com/office/drawing/2014/main" id="{04B2A582-766E-6346-3FD6-E2272311CF70}"/>
                  </a:ext>
                </a:extLst>
              </p:cNvPr>
              <p:cNvSpPr/>
              <p:nvPr/>
            </p:nvSpPr>
            <p:spPr>
              <a:xfrm>
                <a:off x="652611" y="4520860"/>
                <a:ext cx="46038" cy="38100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DF3F896E-48C3-1CDA-F465-408AAD7AF5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 descr="&quot;&quot;">
                <a:extLst>
                  <a:ext uri="{FF2B5EF4-FFF2-40B4-BE49-F238E27FC236}">
                    <a16:creationId xmlns:a16="http://schemas.microsoft.com/office/drawing/2014/main" id="{0943C59D-7736-0C49-70BA-1512E344CC18}"/>
                  </a:ext>
                </a:extLst>
              </p:cNvPr>
              <p:cNvSpPr/>
              <p:nvPr/>
            </p:nvSpPr>
            <p:spPr>
              <a:xfrm rot="10800000">
                <a:off x="1870074" y="1154113"/>
                <a:ext cx="128588" cy="128587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0" name="Graphic 12" descr="&quot;&quot;">
                <a:extLst>
                  <a:ext uri="{FF2B5EF4-FFF2-40B4-BE49-F238E27FC236}">
                    <a16:creationId xmlns:a16="http://schemas.microsoft.com/office/drawing/2014/main" id="{DD52276C-F9A7-52B5-99A4-D5D653144E94}"/>
                  </a:ext>
                </a:extLst>
              </p:cNvPr>
              <p:cNvSpPr/>
              <p:nvPr/>
            </p:nvSpPr>
            <p:spPr>
              <a:xfrm>
                <a:off x="2255837" y="869950"/>
                <a:ext cx="46037" cy="38100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</p:grpSp>
      <p:cxnSp>
        <p:nvCxnSpPr>
          <p:cNvPr id="14" name="Straight Connector 13" descr="&quot;&quot;">
            <a:extLst>
              <a:ext uri="{FF2B5EF4-FFF2-40B4-BE49-F238E27FC236}">
                <a16:creationId xmlns:a16="http://schemas.microsoft.com/office/drawing/2014/main" id="{33B6C64B-2976-549E-2BE9-3254DDDE2C14}"/>
              </a:ext>
            </a:extLst>
          </p:cNvPr>
          <p:cNvCxnSpPr>
            <a:cxnSpLocks/>
          </p:cNvCxnSpPr>
          <p:nvPr userDrawn="1"/>
        </p:nvCxnSpPr>
        <p:spPr>
          <a:xfrm>
            <a:off x="2369139" y="1999456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 lIns="0" anchor="b"/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5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ontent Placeholder 4"/>
          <p:cNvSpPr>
            <a:spLocks noGrp="1"/>
          </p:cNvSpPr>
          <p:nvPr>
            <p:ph sz="quarter" idx="36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E393B67-D51B-F6A3-FC18-0D359CB0CA0F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336550" y="6237288"/>
            <a:ext cx="4114800" cy="365125"/>
          </a:xfrm>
        </p:spPr>
        <p:txBody>
          <a:bodyPr/>
          <a:lstStyle>
            <a:lvl1pPr algn="l">
              <a:defRPr sz="1200" spc="0" dirty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70EDD0-9B0D-053C-C623-39913D7F7352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9140825" y="6226175"/>
            <a:ext cx="2743200" cy="365125"/>
          </a:xfrm>
        </p:spPr>
        <p:txBody>
          <a:bodyPr/>
          <a:lstStyle>
            <a:lvl1pPr>
              <a:defRPr sz="120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E1D039A-4695-42DD-9A3E-54FFBF893D8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606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 rotWithShape="0">
          <a:gsLst>
            <a:gs pos="0">
              <a:srgbClr val="316CFC"/>
            </a:gs>
            <a:gs pos="14000">
              <a:srgbClr val="0343DF"/>
            </a:gs>
            <a:gs pos="31000">
              <a:srgbClr val="02090E"/>
            </a:gs>
            <a:gs pos="81000">
              <a:srgbClr val="9405FC"/>
            </a:gs>
            <a:gs pos="100000">
              <a:srgbClr val="FC4EFB"/>
            </a:gs>
          </a:gsLst>
          <a:lin ang="78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&quot;&quot;">
            <a:extLst>
              <a:ext uri="{FF2B5EF4-FFF2-40B4-BE49-F238E27FC236}">
                <a16:creationId xmlns:a16="http://schemas.microsoft.com/office/drawing/2014/main" id="{3BD7C1EF-30C5-1205-8CBB-3BD0C254B314}"/>
              </a:ext>
            </a:extLst>
          </p:cNvPr>
          <p:cNvSpPr/>
          <p:nvPr userDrawn="1"/>
        </p:nvSpPr>
        <p:spPr>
          <a:xfrm>
            <a:off x="322263" y="344488"/>
            <a:ext cx="11550650" cy="62103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4" name="Straight Connector 3" descr="&quot;&quot;">
            <a:extLst>
              <a:ext uri="{FF2B5EF4-FFF2-40B4-BE49-F238E27FC236}">
                <a16:creationId xmlns:a16="http://schemas.microsoft.com/office/drawing/2014/main" id="{4D5EB966-BBC4-24C0-96D0-577152B913A3}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1200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8">
            <a:extLst>
              <a:ext uri="{FF2B5EF4-FFF2-40B4-BE49-F238E27FC236}">
                <a16:creationId xmlns:a16="http://schemas.microsoft.com/office/drawing/2014/main" id="{7989F63F-E2BC-A2A9-DF91-45CBA4D3B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 flipH="1">
            <a:off x="10488613" y="4210050"/>
            <a:ext cx="754062" cy="1865313"/>
            <a:chOff x="653351" y="2693558"/>
            <a:chExt cx="754139" cy="1865729"/>
          </a:xfrm>
        </p:grpSpPr>
        <p:sp>
          <p:nvSpPr>
            <p:cNvPr id="7" name="Graphic 15" descr="&quot;&quot;">
              <a:extLst>
                <a:ext uri="{FF2B5EF4-FFF2-40B4-BE49-F238E27FC236}">
                  <a16:creationId xmlns:a16="http://schemas.microsoft.com/office/drawing/2014/main" id="{EEA23037-4F5F-DA2E-A37B-B75D67F0B7EC}"/>
                </a:ext>
              </a:extLst>
            </p:cNvPr>
            <p:cNvSpPr/>
            <p:nvPr/>
          </p:nvSpPr>
          <p:spPr>
            <a:xfrm>
              <a:off x="1097896" y="2693558"/>
              <a:ext cx="128600" cy="128617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8" name="Graphic 12" descr="&quot;&quot;">
              <a:extLst>
                <a:ext uri="{FF2B5EF4-FFF2-40B4-BE49-F238E27FC236}">
                  <a16:creationId xmlns:a16="http://schemas.microsoft.com/office/drawing/2014/main" id="{6A47639E-24E2-AFE1-4033-9642155CEFE9}"/>
                </a:ext>
              </a:extLst>
            </p:cNvPr>
            <p:cNvSpPr/>
            <p:nvPr/>
          </p:nvSpPr>
          <p:spPr>
            <a:xfrm>
              <a:off x="1307468" y="3835226"/>
              <a:ext cx="100022" cy="101623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9" name="Graphic 12" descr="&quot;&quot;">
              <a:extLst>
                <a:ext uri="{FF2B5EF4-FFF2-40B4-BE49-F238E27FC236}">
                  <a16:creationId xmlns:a16="http://schemas.microsoft.com/office/drawing/2014/main" id="{B15AF7FA-1428-41F0-7684-BF4F0698C6B2}"/>
                </a:ext>
              </a:extLst>
            </p:cNvPr>
            <p:cNvSpPr/>
            <p:nvPr/>
          </p:nvSpPr>
          <p:spPr>
            <a:xfrm>
              <a:off x="653351" y="4519590"/>
              <a:ext cx="46042" cy="3810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 anchor="b"/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4"/>
          <p:cNvSpPr>
            <a:spLocks noGrp="1"/>
          </p:cNvSpPr>
          <p:nvPr>
            <p:ph sz="quarter" idx="36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20095E1-5A6C-8C46-0C74-74E9E68B6004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336550" y="6237288"/>
            <a:ext cx="4114800" cy="365125"/>
          </a:xfrm>
        </p:spPr>
        <p:txBody>
          <a:bodyPr/>
          <a:lstStyle>
            <a:lvl1pPr algn="l">
              <a:defRPr sz="1200" spc="0" dirty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67332D8-A53B-FACB-8742-7033669BDA33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9140825" y="6226175"/>
            <a:ext cx="2743200" cy="365125"/>
          </a:xfrm>
        </p:spPr>
        <p:txBody>
          <a:bodyPr/>
          <a:lstStyle>
            <a:lvl1pPr>
              <a:defRPr sz="120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453FE034-1861-4C9F-B61D-DF3BEE15E8C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696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 rotWithShape="0">
          <a:gsLst>
            <a:gs pos="0">
              <a:srgbClr val="316CFC"/>
            </a:gs>
            <a:gs pos="14000">
              <a:srgbClr val="0343DF"/>
            </a:gs>
            <a:gs pos="55000">
              <a:srgbClr val="02090E"/>
            </a:gs>
            <a:gs pos="81000">
              <a:srgbClr val="9405FC"/>
            </a:gs>
            <a:gs pos="100000">
              <a:srgbClr val="FC4EFB"/>
            </a:gs>
          </a:gsLst>
          <a:lin ang="78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&quot;&quot;">
            <a:extLst>
              <a:ext uri="{FF2B5EF4-FFF2-40B4-BE49-F238E27FC236}">
                <a16:creationId xmlns:a16="http://schemas.microsoft.com/office/drawing/2014/main" id="{2531039B-F978-F8DC-859D-42E406C826C0}"/>
              </a:ext>
            </a:extLst>
          </p:cNvPr>
          <p:cNvSpPr/>
          <p:nvPr userDrawn="1"/>
        </p:nvSpPr>
        <p:spPr>
          <a:xfrm>
            <a:off x="6040438" y="-6350"/>
            <a:ext cx="615315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4" name="Straight Connector 3" descr="&quot;&quot;">
            <a:extLst>
              <a:ext uri="{FF2B5EF4-FFF2-40B4-BE49-F238E27FC236}">
                <a16:creationId xmlns:a16="http://schemas.microsoft.com/office/drawing/2014/main" id="{B34BC0FE-A4F8-8A63-C449-774456F86ABA}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82081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9627" y="173736"/>
            <a:ext cx="4352662" cy="2203704"/>
          </a:xfrm>
        </p:spPr>
        <p:txBody>
          <a:bodyPr anchor="b"/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 rtlCol="0">
            <a:noAutofit/>
          </a:bodyPr>
          <a:lstStyle>
            <a:lvl1pPr algn="ctr">
              <a:defRPr sz="20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9" name="Content Placeholder 4"/>
          <p:cNvSpPr>
            <a:spLocks noGrp="1"/>
          </p:cNvSpPr>
          <p:nvPr>
            <p:ph sz="quarter" idx="36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43C64A4-5558-3990-79D5-B867D95FD44A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9140825" y="6226175"/>
            <a:ext cx="2743200" cy="365125"/>
          </a:xfrm>
        </p:spPr>
        <p:txBody>
          <a:bodyPr/>
          <a:lstStyle>
            <a:lvl1pPr>
              <a:defRPr sz="120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156BF9E9-8974-466C-969A-B918EC1229A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058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 rotWithShape="0">
          <a:gsLst>
            <a:gs pos="0">
              <a:srgbClr val="316CFC"/>
            </a:gs>
            <a:gs pos="14000">
              <a:srgbClr val="0343DF"/>
            </a:gs>
            <a:gs pos="55000">
              <a:srgbClr val="02090E"/>
            </a:gs>
            <a:gs pos="81000">
              <a:srgbClr val="9405FC"/>
            </a:gs>
            <a:gs pos="100000">
              <a:srgbClr val="FC4EFB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&quot;&quot;">
            <a:extLst>
              <a:ext uri="{FF2B5EF4-FFF2-40B4-BE49-F238E27FC236}">
                <a16:creationId xmlns:a16="http://schemas.microsoft.com/office/drawing/2014/main" id="{D5B94BC7-2997-3F6A-11DF-DBCD2BB41EDF}"/>
              </a:ext>
            </a:extLst>
          </p:cNvPr>
          <p:cNvSpPr/>
          <p:nvPr userDrawn="1"/>
        </p:nvSpPr>
        <p:spPr>
          <a:xfrm>
            <a:off x="0" y="-6350"/>
            <a:ext cx="4646613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4" name="Straight Connector 3" descr="&quot;&quot;">
            <a:extLst>
              <a:ext uri="{FF2B5EF4-FFF2-40B4-BE49-F238E27FC236}">
                <a16:creationId xmlns:a16="http://schemas.microsoft.com/office/drawing/2014/main" id="{24C4531D-571E-8398-0E7B-B20EBF7EBCBF}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2081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370" y="171396"/>
            <a:ext cx="3736630" cy="2202350"/>
          </a:xfrm>
        </p:spPr>
        <p:txBody>
          <a:bodyPr anchor="b"/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Content Placeholder 4"/>
          <p:cNvSpPr>
            <a:spLocks noGrp="1"/>
          </p:cNvSpPr>
          <p:nvPr>
            <p:ph sz="quarter" idx="36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able Placeholder 11"/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 rtlCol="0">
            <a:noAutofit/>
          </a:bodyPr>
          <a:lstStyle>
            <a:lvl1pPr>
              <a:defRPr sz="2400">
                <a:latin typeface="+mn-lt"/>
              </a:defRPr>
            </a:lvl1pPr>
          </a:lstStyle>
          <a:p>
            <a:pPr lvl="0"/>
            <a:r>
              <a:rPr lang="en-US" noProof="0"/>
              <a:t>Click icon to add table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722F3-A3CD-736F-26CE-C35C0BACD1AC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>
          <a:xfrm>
            <a:off x="336550" y="6237288"/>
            <a:ext cx="4114800" cy="365125"/>
          </a:xfrm>
        </p:spPr>
        <p:txBody>
          <a:bodyPr/>
          <a:lstStyle>
            <a:lvl1pPr algn="l">
              <a:defRPr sz="1200" spc="0" dirty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24503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 rotWithShape="0">
          <a:gsLst>
            <a:gs pos="0">
              <a:srgbClr val="316CFC"/>
            </a:gs>
            <a:gs pos="14000">
              <a:srgbClr val="0343DF"/>
            </a:gs>
            <a:gs pos="31000">
              <a:srgbClr val="02090E"/>
            </a:gs>
            <a:gs pos="81000">
              <a:srgbClr val="9405FC"/>
            </a:gs>
            <a:gs pos="100000">
              <a:srgbClr val="FC4EFB"/>
            </a:gs>
          </a:gsLst>
          <a:lin ang="78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&quot;&quot;">
            <a:extLst>
              <a:ext uri="{FF2B5EF4-FFF2-40B4-BE49-F238E27FC236}">
                <a16:creationId xmlns:a16="http://schemas.microsoft.com/office/drawing/2014/main" id="{A06D2FCD-D58D-58C6-D207-11B331F7D91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4" name="Straight Connector 3" descr="&quot;&quot;">
            <a:extLst>
              <a:ext uri="{FF2B5EF4-FFF2-40B4-BE49-F238E27FC236}">
                <a16:creationId xmlns:a16="http://schemas.microsoft.com/office/drawing/2014/main" id="{402791DD-1267-6E7F-F28E-E310ACB656A5}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1200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anchor="b"/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Content Placeholder 4"/>
          <p:cNvSpPr>
            <a:spLocks noGrp="1"/>
          </p:cNvSpPr>
          <p:nvPr>
            <p:ph sz="quarter" idx="36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37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3723B-64C1-221D-1075-14B7262B0B90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>
          <a:xfrm>
            <a:off x="336550" y="6237288"/>
            <a:ext cx="4114800" cy="365125"/>
          </a:xfrm>
        </p:spPr>
        <p:txBody>
          <a:bodyPr/>
          <a:lstStyle>
            <a:lvl1pPr algn="l">
              <a:defRPr sz="1200" spc="0" dirty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B1AAD-F160-6528-69F5-833D58A161C1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>
          <a:xfrm>
            <a:off x="9140825" y="6226175"/>
            <a:ext cx="2743200" cy="365125"/>
          </a:xfrm>
        </p:spPr>
        <p:txBody>
          <a:bodyPr/>
          <a:lstStyle>
            <a:lvl1pPr>
              <a:defRPr sz="120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BB63765-E774-4FBE-83C7-5FCC477A6D0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05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 rotWithShape="0">
          <a:gsLst>
            <a:gs pos="0">
              <a:srgbClr val="316CFC"/>
            </a:gs>
            <a:gs pos="14000">
              <a:srgbClr val="0343DF"/>
            </a:gs>
            <a:gs pos="31000">
              <a:srgbClr val="02090E"/>
            </a:gs>
            <a:gs pos="81000">
              <a:srgbClr val="9405FC"/>
            </a:gs>
            <a:gs pos="100000">
              <a:srgbClr val="FC4EFB"/>
            </a:gs>
          </a:gsLst>
          <a:lin ang="78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&quot;&quot;">
            <a:extLst>
              <a:ext uri="{FF2B5EF4-FFF2-40B4-BE49-F238E27FC236}">
                <a16:creationId xmlns:a16="http://schemas.microsoft.com/office/drawing/2014/main" id="{D077CB4E-0B49-291E-96B2-1CEC287E6D7A}"/>
              </a:ext>
            </a:extLst>
          </p:cNvPr>
          <p:cNvSpPr/>
          <p:nvPr userDrawn="1"/>
        </p:nvSpPr>
        <p:spPr>
          <a:xfrm>
            <a:off x="322263" y="344488"/>
            <a:ext cx="11550650" cy="62103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4" name="Straight Connector 3" descr="&quot;&quot;">
            <a:extLst>
              <a:ext uri="{FF2B5EF4-FFF2-40B4-BE49-F238E27FC236}">
                <a16:creationId xmlns:a16="http://schemas.microsoft.com/office/drawing/2014/main" id="{C6CFE55F-69DA-20FC-3DF4-52A530EDB366}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3106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 descr="&quot;&quot;">
            <a:extLst>
              <a:ext uri="{FF2B5EF4-FFF2-40B4-BE49-F238E27FC236}">
                <a16:creationId xmlns:a16="http://schemas.microsoft.com/office/drawing/2014/main" id="{26B219BB-6B2E-3A01-B1FD-860B22DBDB90}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1200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370" y="643842"/>
            <a:ext cx="10515601" cy="1140849"/>
          </a:xfrm>
        </p:spPr>
        <p:txBody>
          <a:bodyPr lIns="0" anchor="b"/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 9"/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 rtlCol="0">
            <a:noAutofit/>
          </a:bodyPr>
          <a:lstStyle>
            <a:lvl1pPr>
              <a:defRPr sz="2400">
                <a:latin typeface="+mn-lt"/>
              </a:defRPr>
            </a:lvl1pPr>
          </a:lstStyle>
          <a:p>
            <a:pPr lvl="0"/>
            <a:r>
              <a:rPr lang="en-US" noProof="0"/>
              <a:t>Click icon to add table</a:t>
            </a:r>
            <a:endParaRPr lang="en-US" noProof="0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34E3BC9-1757-0C2F-1AE3-6238DA034BD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336550" y="6237288"/>
            <a:ext cx="4114800" cy="365125"/>
          </a:xfrm>
        </p:spPr>
        <p:txBody>
          <a:bodyPr/>
          <a:lstStyle>
            <a:lvl1pPr algn="l">
              <a:defRPr sz="1200" spc="0" dirty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BCA3B9-0BAE-E495-8B1D-05CFE759445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140825" y="6226175"/>
            <a:ext cx="2743200" cy="365125"/>
          </a:xfrm>
        </p:spPr>
        <p:txBody>
          <a:bodyPr/>
          <a:lstStyle>
            <a:lvl1pPr>
              <a:defRPr sz="120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90EF8168-4C45-4579-9B03-EB555DB7832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5221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 rotWithShape="0">
          <a:gsLst>
            <a:gs pos="0">
              <a:srgbClr val="316CFC"/>
            </a:gs>
            <a:gs pos="11980">
              <a:srgbClr val="022D94"/>
            </a:gs>
            <a:gs pos="35040">
              <a:srgbClr val="020B11"/>
            </a:gs>
            <a:gs pos="81987">
              <a:srgbClr val="4A027F"/>
            </a:gs>
            <a:gs pos="99001">
              <a:srgbClr val="FC4EFB"/>
            </a:gs>
            <a:gs pos="100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>
            <a:extLst>
              <a:ext uri="{FF2B5EF4-FFF2-40B4-BE49-F238E27FC236}">
                <a16:creationId xmlns:a16="http://schemas.microsoft.com/office/drawing/2014/main" id="{15F2D852-9DF7-6AA9-8BE7-86A36EE74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575175" y="4763"/>
            <a:ext cx="7616825" cy="6853237"/>
            <a:chOff x="4575462" y="4137"/>
            <a:chExt cx="7616537" cy="6853863"/>
          </a:xfrm>
        </p:grpSpPr>
        <p:grpSp>
          <p:nvGrpSpPr>
            <p:cNvPr id="4" name="Group 7">
              <a:extLst>
                <a:ext uri="{FF2B5EF4-FFF2-40B4-BE49-F238E27FC236}">
                  <a16:creationId xmlns:a16="http://schemas.microsoft.com/office/drawing/2014/main" id="{FE6ABC0B-2770-7ACB-F13C-664FCD580F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6" name="Oval 5" descr="&quot;&quot;">
                <a:extLst>
                  <a:ext uri="{FF2B5EF4-FFF2-40B4-BE49-F238E27FC236}">
                    <a16:creationId xmlns:a16="http://schemas.microsoft.com/office/drawing/2014/main" id="{F3A9F661-8262-E182-2BFC-86652D12A22A}"/>
                  </a:ext>
                </a:extLst>
              </p:cNvPr>
              <p:cNvSpPr/>
              <p:nvPr/>
            </p:nvSpPr>
            <p:spPr>
              <a:xfrm>
                <a:off x="704686" y="1144168"/>
                <a:ext cx="126995" cy="127012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8" name="Graphic 12" descr="&quot;&quot;">
                <a:extLst>
                  <a:ext uri="{FF2B5EF4-FFF2-40B4-BE49-F238E27FC236}">
                    <a16:creationId xmlns:a16="http://schemas.microsoft.com/office/drawing/2014/main" id="{65374ED6-19B4-E669-31CC-C128F8A59680}"/>
                  </a:ext>
                </a:extLst>
              </p:cNvPr>
              <p:cNvSpPr/>
              <p:nvPr/>
            </p:nvSpPr>
            <p:spPr>
              <a:xfrm>
                <a:off x="468157" y="1963393"/>
                <a:ext cx="46036" cy="38103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  <p:pic>
          <p:nvPicPr>
            <p:cNvPr id="5" name="Content Placeholder 14">
              <a:extLst>
                <a:ext uri="{FF2B5EF4-FFF2-40B4-BE49-F238E27FC236}">
                  <a16:creationId xmlns:a16="http://schemas.microsoft.com/office/drawing/2014/main" id="{15686987-4C17-3A7A-700E-F14236659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42796" y="4137"/>
              <a:ext cx="5649203" cy="6853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9" name="Straight Connector 8" descr="&quot;&quot;">
            <a:extLst>
              <a:ext uri="{FF2B5EF4-FFF2-40B4-BE49-F238E27FC236}">
                <a16:creationId xmlns:a16="http://schemas.microsoft.com/office/drawing/2014/main" id="{30D77EF7-CBB7-4C4E-4A72-5BE413E10BE1}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2081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831" y="173735"/>
            <a:ext cx="4409514" cy="2203704"/>
          </a:xfrm>
        </p:spPr>
        <p:txBody>
          <a:bodyPr anchor="b"/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632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00"/>
            </a:gs>
            <a:gs pos="99001">
              <a:srgbClr val="05202E"/>
            </a:gs>
            <a:gs pos="100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021B5D-996F-7B78-2D50-FB64981F8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EFB4D2B2-9C53-9382-F2DB-8BDFDFEC49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CH"/>
              <a:t>Click to edit Master text styles</a:t>
            </a:r>
          </a:p>
          <a:p>
            <a:pPr lvl="1"/>
            <a:r>
              <a:rPr lang="en-US" altLang="en-CH"/>
              <a:t>Second level</a:t>
            </a:r>
          </a:p>
          <a:p>
            <a:pPr lvl="2"/>
            <a:r>
              <a:rPr lang="en-US" altLang="en-CH"/>
              <a:t>Third level</a:t>
            </a:r>
          </a:p>
          <a:p>
            <a:pPr lvl="3"/>
            <a:r>
              <a:rPr lang="en-US" altLang="en-CH"/>
              <a:t>Fourth level</a:t>
            </a:r>
          </a:p>
          <a:p>
            <a:pPr lvl="4"/>
            <a:r>
              <a:rPr lang="en-US" altLang="en-CH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38EAC-E793-558E-CF75-A15AFE7211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6F14B-D604-8D6A-DAA8-F3F5692E77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>
              <a:defRPr/>
            </a:pPr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14F2C-DA85-B147-310E-FEBA20F7BE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>
              <a:defRPr/>
            </a:pPr>
            <a:fld id="{191999DD-1756-4A2C-A561-35A80D353C1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</p:sldLayoutIdLst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 spc="30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Biome" panose="020B0503030204020804" pitchFamily="34" charset="0"/>
          <a:cs typeface="Biome" panose="020B05030302040208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Biome" panose="020B0503030204020804" pitchFamily="34" charset="0"/>
          <a:cs typeface="Biome" panose="020B05030302040208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Biome" panose="020B0503030204020804" pitchFamily="34" charset="0"/>
          <a:cs typeface="Biome" panose="020B05030302040208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Biome" panose="020B0503030204020804" pitchFamily="34" charset="0"/>
          <a:cs typeface="Biome" panose="020B05030302040208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Biome" panose="020B0503030204020804" pitchFamily="34" charset="0"/>
          <a:cs typeface="Biome" panose="020B05030302040208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Biome" panose="020B0503030204020804" pitchFamily="34" charset="0"/>
          <a:cs typeface="Biome" panose="020B05030302040208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Biome" panose="020B0503030204020804" pitchFamily="34" charset="0"/>
          <a:cs typeface="Biome" panose="020B05030302040208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Biome" panose="020B0503030204020804" pitchFamily="34" charset="0"/>
          <a:cs typeface="Biome" panose="020B0503030204020804" pitchFamily="34" charset="0"/>
        </a:defRPr>
      </a:lvl9pPr>
    </p:titleStyle>
    <p:bodyStyle>
      <a:lvl1pPr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defRPr sz="2800" kern="1200">
          <a:solidFill>
            <a:srgbClr val="73EBF9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rtl="0" fontAlgn="base">
        <a:lnSpc>
          <a:spcPct val="90000"/>
        </a:lnSpc>
        <a:spcBef>
          <a:spcPts val="500"/>
        </a:spcBef>
        <a:spcAft>
          <a:spcPct val="0"/>
        </a:spcAft>
        <a:buClr>
          <a:srgbClr val="9405FC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Biome" panose="020B0503030204020804" pitchFamily="34" charset="0"/>
        </a:defRPr>
      </a:lvl2pPr>
      <a:lvl3pPr marL="1257300" indent="-342900" algn="l" rtl="0" fontAlgn="base">
        <a:lnSpc>
          <a:spcPct val="90000"/>
        </a:lnSpc>
        <a:spcBef>
          <a:spcPts val="500"/>
        </a:spcBef>
        <a:spcAft>
          <a:spcPct val="0"/>
        </a:spcAft>
        <a:buClr>
          <a:srgbClr val="9405FC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Biome" panose="020B0503030204020804" pitchFamily="34" charset="0"/>
        </a:defRPr>
      </a:lvl3pPr>
      <a:lvl4pPr marL="1657350" indent="-285750" algn="l" rtl="0" fontAlgn="base">
        <a:lnSpc>
          <a:spcPct val="90000"/>
        </a:lnSpc>
        <a:spcBef>
          <a:spcPts val="500"/>
        </a:spcBef>
        <a:spcAft>
          <a:spcPct val="0"/>
        </a:spcAft>
        <a:buClr>
          <a:srgbClr val="9405FC"/>
        </a:buClr>
        <a:buFont typeface="Arial" panose="020B0604020202020204" pitchFamily="34" charset="0"/>
        <a:buChar char="•"/>
        <a:defRPr kern="1200">
          <a:solidFill>
            <a:schemeClr val="bg1"/>
          </a:solidFill>
          <a:latin typeface="+mn-lt"/>
          <a:ea typeface="+mn-ea"/>
          <a:cs typeface="Biome" panose="020B0503030204020804" pitchFamily="34" charset="0"/>
        </a:defRPr>
      </a:lvl4pPr>
      <a:lvl5pPr marL="2114550" indent="-285750" algn="l" rtl="0" fontAlgn="base">
        <a:lnSpc>
          <a:spcPct val="90000"/>
        </a:lnSpc>
        <a:spcBef>
          <a:spcPts val="500"/>
        </a:spcBef>
        <a:spcAft>
          <a:spcPct val="0"/>
        </a:spcAft>
        <a:buClr>
          <a:srgbClr val="9405FC"/>
        </a:buClr>
        <a:buFont typeface="Arial" panose="020B0604020202020204" pitchFamily="34" charset="0"/>
        <a:buChar char="•"/>
        <a:defRPr kern="1200">
          <a:solidFill>
            <a:schemeClr val="bg1"/>
          </a:solidFill>
          <a:latin typeface="+mn-lt"/>
          <a:ea typeface="+mn-ea"/>
          <a:cs typeface="Biome" panose="020B05030302040208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56D6F715-8C7F-4D51-EFAE-5068EF5BB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800"/>
            <a:ext cx="12192000" cy="321627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Line Tracking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0E281F81-5FF6-BB67-BF7D-3FF4FEDE22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70300"/>
            <a:ext cx="12192000" cy="2578100"/>
          </a:xfrm>
        </p:spPr>
        <p:txBody>
          <a:bodyPr rtlCol="0"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Simulation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EFB10E-21D7-08CA-6ED2-5EF9864205E7}"/>
              </a:ext>
            </a:extLst>
          </p:cNvPr>
          <p:cNvSpPr txBox="1"/>
          <p:nvPr/>
        </p:nvSpPr>
        <p:spPr>
          <a:xfrm>
            <a:off x="3697288" y="5251450"/>
            <a:ext cx="4797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cap="all" spc="600" dirty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rPr>
              <a:t>By Ali Abdel Ghaffar</a:t>
            </a:r>
            <a:endParaRPr lang="en-CH" sz="2000" cap="all" spc="600" dirty="0">
              <a:solidFill>
                <a:schemeClr val="accent3"/>
              </a:solidFill>
              <a:latin typeface="+mj-lt"/>
              <a:cs typeface="Biome Light" panose="020B03030302040208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5ACDAE78-4627-376D-26D0-1E39217D99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263" y="752475"/>
            <a:ext cx="11561762" cy="2387600"/>
          </a:xfrm>
        </p:spPr>
        <p:txBody>
          <a:bodyPr rtlCol="0"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Line tracking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42BE82-F18F-982A-7123-7D625F8337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5B5A9A7-9E99-4CA5-8DB0-23DF0610312C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4EE94D-F9D8-506E-1513-A7FF901DA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263" y="579438"/>
            <a:ext cx="11547475" cy="273367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en-CH" dirty="0"/>
          </a:p>
        </p:txBody>
      </p:sp>
      <p:pic>
        <p:nvPicPr>
          <p:cNvPr id="20485" name="Picture 2" descr="Robotics Line Follower Tracks | Computing Science Education">
            <a:extLst>
              <a:ext uri="{FF2B5EF4-FFF2-40B4-BE49-F238E27FC236}">
                <a16:creationId xmlns:a16="http://schemas.microsoft.com/office/drawing/2014/main" id="{0E1FB893-CB06-C241-D864-86B5688B7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" y="2540000"/>
            <a:ext cx="5526088" cy="404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6" name="Picture 4" descr="Line follower track - Jeulin">
            <a:extLst>
              <a:ext uri="{FF2B5EF4-FFF2-40B4-BE49-F238E27FC236}">
                <a16:creationId xmlns:a16="http://schemas.microsoft.com/office/drawing/2014/main" id="{AE6BDFDC-F2BA-010F-AAFE-A4A9137BD3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25" y="2540000"/>
            <a:ext cx="4051300" cy="404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FDD0E981-78CA-8284-2963-AC925BD54C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263" y="579438"/>
            <a:ext cx="11547475" cy="2560637"/>
          </a:xfrm>
        </p:spPr>
        <p:txBody>
          <a:bodyPr rtlCol="0"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Line tracking IN action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6C3B74-D424-3081-48FD-00D7E94A48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374AE7-5140-4E3F-B5F9-1B213E5E321A}" type="slidenum">
              <a:rPr lang="en-US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A44056-A6DA-FC3E-5459-E250A3BA9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263" y="579438"/>
            <a:ext cx="11547475" cy="273367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GB" dirty="0"/>
              <a:t>I</a:t>
            </a:r>
            <a:endParaRPr lang="en-CH" dirty="0"/>
          </a:p>
        </p:txBody>
      </p:sp>
      <p:pic>
        <p:nvPicPr>
          <p:cNvPr id="22533" name="Picture 2" descr="Amazon details how its robots are made to help humans work safely">
            <a:extLst>
              <a:ext uri="{FF2B5EF4-FFF2-40B4-BE49-F238E27FC236}">
                <a16:creationId xmlns:a16="http://schemas.microsoft.com/office/drawing/2014/main" id="{CC47A5B0-0607-5BDA-423F-C8A1DFC74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63" y="2138363"/>
            <a:ext cx="6103937" cy="3478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4" name="Picture 4" descr="Amazon steps up use of robotics in warehouses">
            <a:extLst>
              <a:ext uri="{FF2B5EF4-FFF2-40B4-BE49-F238E27FC236}">
                <a16:creationId xmlns:a16="http://schemas.microsoft.com/office/drawing/2014/main" id="{29D02A0E-4D61-CE16-14E5-0ABF3278E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8913" y="2138363"/>
            <a:ext cx="5203825" cy="347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2F6B2-FF57-1980-7CC4-B56F8F1F8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175" y="112713"/>
            <a:ext cx="7421563" cy="165735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GB" dirty="0" err="1"/>
              <a:t>VariableS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06C4C-518F-7015-404E-7E0651200FDD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175" y="2470150"/>
            <a:ext cx="7421563" cy="3676650"/>
          </a:xfrm>
        </p:spPr>
        <p:txBody>
          <a:bodyPr rtlCol="0">
            <a:noAutofit/>
          </a:bodyPr>
          <a:lstStyle/>
          <a:p>
            <a:pPr fontAlgn="auto">
              <a:defRPr/>
            </a:pPr>
            <a:r>
              <a:rPr lang="en-GB" dirty="0"/>
              <a:t>Essential Variables: the readings of the sensors</a:t>
            </a:r>
          </a:p>
          <a:p>
            <a:pPr fontAlgn="auto">
              <a:defRPr/>
            </a:pPr>
            <a:r>
              <a:rPr lang="en-GB" dirty="0"/>
              <a:t>Noise: The line is random ( I implemented it as sinusoidal movement)</a:t>
            </a:r>
          </a:p>
          <a:p>
            <a:pPr fontAlgn="auto">
              <a:defRPr/>
            </a:pPr>
            <a:r>
              <a:rPr lang="en-GB" dirty="0"/>
              <a:t>Controller: PID</a:t>
            </a:r>
          </a:p>
          <a:p>
            <a:pPr fontAlgn="auto">
              <a:defRPr/>
            </a:pPr>
            <a:r>
              <a:rPr lang="en-GB" dirty="0"/>
              <a:t>Actuator: the motors but they it has some delay, because when the motors act, the line position would be already changed with respect to the robot.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B13BF-B3DE-6D68-DF2D-31E88508129F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>
              <a:defRPr/>
            </a:pPr>
            <a:fld id="{4C4A27DD-3319-40F1-8E08-EB48DE1940E7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&quot;&quot;" hidden="1">
            <a:extLst>
              <a:ext uri="{FF2B5EF4-FFF2-40B4-BE49-F238E27FC236}">
                <a16:creationId xmlns:a16="http://schemas.microsoft.com/office/drawing/2014/main" id="{3606EE5C-7FBF-6D17-D584-0A982047BD90}"/>
              </a:ext>
            </a:extLst>
          </p:cNvPr>
          <p:cNvSpPr/>
          <p:nvPr/>
        </p:nvSpPr>
        <p:spPr>
          <a:xfrm>
            <a:off x="0" y="0"/>
            <a:ext cx="12228513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45ED3E-99BB-C08A-CED6-B1540FE14D5C}"/>
              </a:ext>
            </a:extLst>
          </p:cNvPr>
          <p:cNvSpPr/>
          <p:nvPr/>
        </p:nvSpPr>
        <p:spPr>
          <a:xfrm>
            <a:off x="612775" y="1477963"/>
            <a:ext cx="2379663" cy="1255712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Comparator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(compare the light values with the supposed values)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B4A057-BF9D-5295-2C79-43E6791E5000}"/>
              </a:ext>
            </a:extLst>
          </p:cNvPr>
          <p:cNvSpPr/>
          <p:nvPr/>
        </p:nvSpPr>
        <p:spPr>
          <a:xfrm>
            <a:off x="3621088" y="1203325"/>
            <a:ext cx="1965325" cy="1804988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How far are the sensors might be from the line</a:t>
            </a:r>
            <a:endParaRPr lang="en-CH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D852AAF-71CC-E9EA-DBF8-62ACD271724A}"/>
              </a:ext>
            </a:extLst>
          </p:cNvPr>
          <p:cNvSpPr/>
          <p:nvPr/>
        </p:nvSpPr>
        <p:spPr>
          <a:xfrm>
            <a:off x="6096000" y="1477963"/>
            <a:ext cx="2379663" cy="1255712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Controller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(PID)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3E2B5DD-1393-3B13-957B-815C90DA7A40}"/>
              </a:ext>
            </a:extLst>
          </p:cNvPr>
          <p:cNvSpPr/>
          <p:nvPr/>
        </p:nvSpPr>
        <p:spPr>
          <a:xfrm>
            <a:off x="9245600" y="1423988"/>
            <a:ext cx="2035175" cy="1363662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Actuator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(Move the robot, in this case the sensors)</a:t>
            </a:r>
            <a:endParaRPr lang="en-CH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1DDFA18-821E-B9C3-C5E4-8D834E782A90}"/>
              </a:ext>
            </a:extLst>
          </p:cNvPr>
          <p:cNvSpPr/>
          <p:nvPr/>
        </p:nvSpPr>
        <p:spPr>
          <a:xfrm>
            <a:off x="619125" y="3429000"/>
            <a:ext cx="2379663" cy="91440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Sensor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(get values from the sensors)</a:t>
            </a:r>
            <a:endParaRPr lang="en-CH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3AE5C57-790A-3501-C29D-7B2241F0F09E}"/>
              </a:ext>
            </a:extLst>
          </p:cNvPr>
          <p:cNvSpPr/>
          <p:nvPr/>
        </p:nvSpPr>
        <p:spPr>
          <a:xfrm>
            <a:off x="9291638" y="3429000"/>
            <a:ext cx="1919287" cy="1133475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Environment</a:t>
            </a:r>
            <a:endParaRPr lang="en-CH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986DD92-1C09-2156-0D64-190065811D11}"/>
              </a:ext>
            </a:extLst>
          </p:cNvPr>
          <p:cNvSpPr/>
          <p:nvPr/>
        </p:nvSpPr>
        <p:spPr>
          <a:xfrm>
            <a:off x="5260975" y="4906963"/>
            <a:ext cx="2309813" cy="1001712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Feedback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(Where is the line now)</a:t>
            </a:r>
            <a:endParaRPr lang="en-CH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A6C3626-7167-57DE-C60B-744F60BDC519}"/>
              </a:ext>
            </a:extLst>
          </p:cNvPr>
          <p:cNvCxnSpPr>
            <a:stCxn id="8" idx="3"/>
            <a:endCxn id="10" idx="2"/>
          </p:cNvCxnSpPr>
          <p:nvPr/>
        </p:nvCxnSpPr>
        <p:spPr>
          <a:xfrm>
            <a:off x="2992438" y="2106613"/>
            <a:ext cx="628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AC06996-4247-8B19-0C93-47DD9E204AD5}"/>
              </a:ext>
            </a:extLst>
          </p:cNvPr>
          <p:cNvCxnSpPr>
            <a:stCxn id="10" idx="6"/>
            <a:endCxn id="11" idx="1"/>
          </p:cNvCxnSpPr>
          <p:nvPr/>
        </p:nvCxnSpPr>
        <p:spPr>
          <a:xfrm flipV="1">
            <a:off x="5586413" y="2106613"/>
            <a:ext cx="509587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2F2825A-F905-4F12-71DC-92CA38F4912A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8475663" y="2106613"/>
            <a:ext cx="769937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FD2122D-A766-5EBB-4B6E-6C495C3093FE}"/>
              </a:ext>
            </a:extLst>
          </p:cNvPr>
          <p:cNvCxnSpPr>
            <a:stCxn id="12" idx="2"/>
            <a:endCxn id="14" idx="0"/>
          </p:cNvCxnSpPr>
          <p:nvPr/>
        </p:nvCxnSpPr>
        <p:spPr>
          <a:xfrm flipH="1">
            <a:off x="10252075" y="2787650"/>
            <a:ext cx="11113" cy="64135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DE7327C5-D0A2-863A-297E-3D76B3350222}"/>
              </a:ext>
            </a:extLst>
          </p:cNvPr>
          <p:cNvCxnSpPr>
            <a:cxnSpLocks/>
            <a:stCxn id="14" idx="2"/>
            <a:endCxn id="15" idx="6"/>
          </p:cNvCxnSpPr>
          <p:nvPr/>
        </p:nvCxnSpPr>
        <p:spPr>
          <a:xfrm rot="5400000">
            <a:off x="8489157" y="3644106"/>
            <a:ext cx="844550" cy="2681287"/>
          </a:xfrm>
          <a:prstGeom prst="bent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01FB6292-D8DE-1E56-4CE7-CB44FCFF9FA6}"/>
              </a:ext>
            </a:extLst>
          </p:cNvPr>
          <p:cNvCxnSpPr>
            <a:stCxn id="15" idx="2"/>
            <a:endCxn id="13" idx="2"/>
          </p:cNvCxnSpPr>
          <p:nvPr/>
        </p:nvCxnSpPr>
        <p:spPr>
          <a:xfrm rot="10800000">
            <a:off x="1808163" y="4343400"/>
            <a:ext cx="3452812" cy="1063625"/>
          </a:xfrm>
          <a:prstGeom prst="bent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FF6EF070-F920-3E5C-C735-26A0A62FED6E}"/>
              </a:ext>
            </a:extLst>
          </p:cNvPr>
          <p:cNvCxnSpPr>
            <a:stCxn id="13" idx="0"/>
            <a:endCxn id="8" idx="2"/>
          </p:cNvCxnSpPr>
          <p:nvPr/>
        </p:nvCxnSpPr>
        <p:spPr>
          <a:xfrm rot="16200000" flipV="1">
            <a:off x="1457325" y="3078163"/>
            <a:ext cx="695325" cy="6350"/>
          </a:xfrm>
          <a:prstGeom prst="bentConnector3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39A26-422A-81E3-6402-6E8DC0E25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363" y="430213"/>
            <a:ext cx="10501312" cy="1327150"/>
          </a:xfr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en-GB" sz="6600" dirty="0"/>
              <a:t>PID Controller</a:t>
            </a:r>
            <a:endParaRPr lang="en-CH" sz="6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F19711-C36F-1289-B678-296BF43B5B24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pPr>
              <a:defRPr/>
            </a:pPr>
            <a:fld id="{B95303A5-2850-4C82-97BD-89DADF6F4766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CC3761-92C7-96D6-6A86-E053F0082342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373313" y="2474913"/>
            <a:ext cx="4014787" cy="3529012"/>
          </a:xfrm>
        </p:spPr>
        <p:txBody>
          <a:bodyPr rtlCol="0">
            <a:noAutofit/>
          </a:bodyPr>
          <a:lstStyle/>
          <a:p>
            <a:pPr marL="285750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P: Proportional</a:t>
            </a:r>
          </a:p>
          <a:p>
            <a:pPr marL="285750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I: Integral</a:t>
            </a:r>
          </a:p>
          <a:p>
            <a:pPr marL="285750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D: Derivative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2A027-8262-993D-9FC0-4BCD05B59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0863"/>
            <a:ext cx="12192000" cy="321627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GB" dirty="0"/>
              <a:t>Event ide</a:t>
            </a:r>
            <a:endParaRPr lang="en-CH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83AE8-ADBB-6453-221A-25CD0BDD1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300" y="161925"/>
            <a:ext cx="8842375" cy="161766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44771-4081-1D7C-F91E-DB83F5095D0C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373313" y="2474913"/>
            <a:ext cx="4014787" cy="3529012"/>
          </a:xfrm>
        </p:spPr>
        <p:txBody>
          <a:bodyPr rtlCol="0">
            <a:noAutofit/>
          </a:bodyPr>
          <a:lstStyle/>
          <a:p>
            <a:pPr marL="285750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What if the line disappeared for any reason?</a:t>
            </a:r>
          </a:p>
          <a:p>
            <a:pPr marL="285750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What if there are U turns in the line?</a:t>
            </a:r>
          </a:p>
          <a:p>
            <a:pPr marL="285750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What if the line is dashed not a solid line?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853DE3-7D98-E0A1-D09A-9270A5738177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pPr>
              <a:defRPr/>
            </a:pPr>
            <a:fld id="{5F18E526-0ACA-4DAE-88E3-CDD2A08D92B2}" type="slidenum">
              <a:rPr lang="en-US"/>
              <a:pPr>
                <a:defRPr/>
              </a:pPr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316CFC"/>
            </a:gs>
            <a:gs pos="11980">
              <a:srgbClr val="022D94"/>
            </a:gs>
            <a:gs pos="35040">
              <a:srgbClr val="020B11"/>
            </a:gs>
            <a:gs pos="78000">
              <a:srgbClr val="4A027F"/>
            </a:gs>
            <a:gs pos="99001">
              <a:srgbClr val="A203A1"/>
            </a:gs>
            <a:gs pos="100000">
              <a:srgbClr val="A203A1"/>
            </a:gs>
          </a:gsLst>
          <a:lin ang="78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EBC6DD1B-51C5-7803-BE3B-24667514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3" y="173038"/>
            <a:ext cx="4408487" cy="2205037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THANK YOU for listening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D6B9563-BC01-F9F0-7C31-6FB722CDA4F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850" y="3079750"/>
            <a:ext cx="4413250" cy="2752725"/>
          </a:xfrm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Ali Abdel Ghaffar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/>
              <a:t>Dr. Samy Rima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{37F532B4-803B-4E11-90DD-A0A2FE97F7E5}TFe8699e8e-689b-4d7e-abcf-e888fd749829db3118dc_win32-d573b439b56f</Template>
  <TotalTime>39</TotalTime>
  <Words>190</Words>
  <Application>Microsoft Office PowerPoint</Application>
  <PresentationFormat>Widescreen</PresentationFormat>
  <Paragraphs>46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 Nova</vt:lpstr>
      <vt:lpstr>Arial</vt:lpstr>
      <vt:lpstr>Biome</vt:lpstr>
      <vt:lpstr>Calibri</vt:lpstr>
      <vt:lpstr>Biome Light</vt:lpstr>
      <vt:lpstr>Custom</vt:lpstr>
      <vt:lpstr>Line Tracking</vt:lpstr>
      <vt:lpstr>PowerPoint Presentation</vt:lpstr>
      <vt:lpstr>I</vt:lpstr>
      <vt:lpstr>VariableS</vt:lpstr>
      <vt:lpstr>PowerPoint Presentation</vt:lpstr>
      <vt:lpstr>PID Controller</vt:lpstr>
      <vt:lpstr>Event ide</vt:lpstr>
      <vt:lpstr>Limitations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Abdel Ghaffar</dc:creator>
  <cp:lastModifiedBy>Ali Abdel Ghaffar</cp:lastModifiedBy>
  <cp:revision>2</cp:revision>
  <dcterms:created xsi:type="dcterms:W3CDTF">2025-10-31T08:15:47Z</dcterms:created>
  <dcterms:modified xsi:type="dcterms:W3CDTF">2025-10-31T22:30:04Z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